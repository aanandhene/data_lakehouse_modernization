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2a7ec791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2a7ec791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2a7ec791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2a7ec791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2a7ec791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2a7ec79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2a7ec791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2a7ec791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2a7ec791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2a7ec791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2a7ec791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2a7ec791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2a7ec791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2a7ec791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2a7ec791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2a7ec791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2a7ec791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2a7ec791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2a7ec791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2a7ec791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2bdddb4e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2bdddb4e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306950"/>
            <a:ext cx="8520600" cy="160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 title="644b99b9fac08d20a60da841_Datalakehouse banner (1)-p-20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3859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0" y="325475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Lakehouse Modernization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905225" y="4180025"/>
            <a:ext cx="4132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Aanandhene M 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Engineer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aanandhene26@gmail.com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Data Lakehouse Modernization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Overview: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this project?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and implemented a </a:t>
            </a: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Lakehouse architecture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handle: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streaming data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Scheduled batch workloads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 evolution without pipeline failures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Low-latency analytics for BI &amp; applications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Problem</a:t>
            </a:r>
            <a:r>
              <a:rPr b="1" lang="en" sz="3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32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in Legacy Systems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source databases (SQL &amp; NoSQL)</a:t>
            </a:r>
            <a:b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real-time visibility into data</a:t>
            </a:r>
            <a:b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Schema changes break ETL jobs</a:t>
            </a:r>
            <a:b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Batch-only analytics with high latency</a:t>
            </a:r>
            <a:b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591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scale and maintain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Sources → Kafka → Flink → Apache Doris → BI / APIs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Metadata &amp; Schema → MinIO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 Orchestration → Airflow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20">
                <a:latin typeface="Times New Roman"/>
                <a:ea typeface="Times New Roman"/>
                <a:cs typeface="Times New Roman"/>
                <a:sym typeface="Times New Roman"/>
              </a:rPr>
              <a:t>Data Lakehouse Architecture</a:t>
            </a:r>
            <a:endParaRPr b="1" sz="25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17614" l="0" r="0" t="0"/>
          <a:stretch/>
        </p:blipFill>
        <p:spPr>
          <a:xfrm>
            <a:off x="0" y="1249550"/>
            <a:ext cx="9144003" cy="38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>
                <a:latin typeface="Times New Roman"/>
                <a:ea typeface="Times New Roman"/>
                <a:cs typeface="Times New Roman"/>
                <a:sym typeface="Times New Roman"/>
              </a:rPr>
              <a:t>Source (SQL,MySQL,Postgres,MongoDB) -&gt; Apache Kafka</a:t>
            </a:r>
            <a:endParaRPr b="1" sz="23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" name="Google Shape;80;p17" title="kafka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5"/>
            <a:ext cx="8991602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>
                <a:latin typeface="Times New Roman"/>
                <a:ea typeface="Times New Roman"/>
                <a:cs typeface="Times New Roman"/>
                <a:sym typeface="Times New Roman"/>
              </a:rPr>
              <a:t>Handling Partition in Kafka Topic</a:t>
            </a:r>
            <a:endParaRPr b="1" sz="23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8" title="redacted-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5"/>
            <a:ext cx="9143999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>
                <a:latin typeface="Times New Roman"/>
                <a:ea typeface="Times New Roman"/>
                <a:cs typeface="Times New Roman"/>
                <a:sym typeface="Times New Roman"/>
              </a:rPr>
              <a:t>Migration through Apache Flink</a:t>
            </a:r>
            <a:r>
              <a:rPr b="1" lang="en" sz="232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23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9" title="Flink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5"/>
            <a:ext cx="9144000" cy="407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>
                <a:latin typeface="Times New Roman"/>
                <a:ea typeface="Times New Roman"/>
                <a:cs typeface="Times New Roman"/>
                <a:sym typeface="Times New Roman"/>
              </a:rPr>
              <a:t>Handling Checkpoints in Flink </a:t>
            </a:r>
            <a:endParaRPr b="1" sz="23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" name="Google Shape;98;p20" title="redacted-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5"/>
            <a:ext cx="9144001" cy="397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>
                <a:latin typeface="Times New Roman"/>
                <a:ea typeface="Times New Roman"/>
                <a:cs typeface="Times New Roman"/>
                <a:sym typeface="Times New Roman"/>
              </a:rPr>
              <a:t>Storing Schema and Metadata in Minio</a:t>
            </a:r>
            <a:endParaRPr b="1" sz="23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 rotWithShape="1">
          <a:blip r:embed="rId3">
            <a:alphaModFix/>
          </a:blip>
          <a:srcRect b="0" l="1019" r="0" t="0"/>
          <a:stretch/>
        </p:blipFill>
        <p:spPr>
          <a:xfrm>
            <a:off x="0" y="1170125"/>
            <a:ext cx="9144001" cy="397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>
                <a:latin typeface="Times New Roman"/>
                <a:ea typeface="Times New Roman"/>
                <a:cs typeface="Times New Roman"/>
                <a:sym typeface="Times New Roman"/>
              </a:rPr>
              <a:t>DAG-based orchestration - Automation of Flink Jobs </a:t>
            </a:r>
            <a:endParaRPr b="1" sz="23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22" title="Untitled de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79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>
                <a:latin typeface="Times New Roman"/>
                <a:ea typeface="Times New Roman"/>
                <a:cs typeface="Times New Roman"/>
                <a:sym typeface="Times New Roman"/>
              </a:rPr>
              <a:t>Fact and Dimensional tables in Doris</a:t>
            </a:r>
            <a:endParaRPr b="1" sz="23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5"/>
            <a:ext cx="9143999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>
                <a:latin typeface="Times New Roman"/>
                <a:ea typeface="Times New Roman"/>
                <a:cs typeface="Times New Roman"/>
                <a:sym typeface="Times New Roman"/>
              </a:rPr>
              <a:t>Endpoints for the Application</a:t>
            </a:r>
            <a:endParaRPr b="1" sz="23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0125"/>
            <a:ext cx="9143999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